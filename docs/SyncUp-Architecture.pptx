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SyncUp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Collaboration for the Hybrid Workplace</a:t>
            </a: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Architecture Presentation — Phase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SyncUp  •  Phase 1  • 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14400"/>
            <a:ext cx="4572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" y="9144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Problem Statement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74520"/>
            <a:ext cx="4572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18745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011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34640"/>
            <a:ext cx="4572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" y="28346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5840" y="2971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794760"/>
            <a:ext cx="4572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" y="37947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5840" y="393192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Reference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91440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914400"/>
            <a:ext cx="4572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55464" y="91440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394960" y="105156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WebSocket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187452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1874520"/>
            <a:ext cx="4572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55464" y="18745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394960" y="201168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Auth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2834640"/>
            <a:ext cx="4023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834640"/>
            <a:ext cx="4572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55464" y="28346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394960" y="297180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Roadmap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Solution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3840480" cy="393192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14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The Problem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347472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"Are you in today?" Slack pings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team location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plan in-person collaboration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attendance analytics for managers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tools for hybrid tracking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22960"/>
            <a:ext cx="4206240" cy="3931920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SyncUp Solves This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371600"/>
            <a:ext cx="3657600" cy="2011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daily status: 4 options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team presence dashboard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Self-serve team creation &amp; management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updates via WebSocket — no polling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Org-wide presence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68680"/>
            <a:ext cx="260604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68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325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 + Tailwind CSS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868680"/>
            <a:ext cx="260604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868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0128" y="1325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3.2  •  Java 17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86868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868680"/>
            <a:ext cx="2606040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8686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44768" y="1325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 •  STOMP  •  SockJS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80360"/>
            <a:ext cx="260604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2880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28803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880360"/>
            <a:ext cx="260604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0128" y="2880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7  (5 min TTL)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35040" y="2880360"/>
            <a:ext cx="2606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35040" y="2880360"/>
            <a:ext cx="260604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4768" y="28803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44768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 •  Spring Security  •  BCrypt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Architecture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011680" cy="1005840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6868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1371600"/>
            <a:ext cx="9144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051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/ JWT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743200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960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Backend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468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4173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SecurityConfig + JwtAuthFilter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2130552"/>
            <a:ext cx="2468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13055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 (Auth/Status/Team)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2843784"/>
            <a:ext cx="2468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284378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3557016"/>
            <a:ext cx="2468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35570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JPA Repositories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920240"/>
            <a:ext cx="822960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3200400"/>
            <a:ext cx="822960" cy="0"/>
          </a:xfrm>
          <a:prstGeom prst="line">
            <a:avLst/>
          </a:prstGeom>
          <a:noFill/>
          <a:ln w="127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1554480"/>
            <a:ext cx="2011680" cy="731520"/>
          </a:xfrm>
          <a:prstGeom prst="rect">
            <a:avLst/>
          </a:prstGeom>
          <a:solidFill>
            <a:srgbClr val="E0F2FE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766560" y="15544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2834640"/>
            <a:ext cx="2011680" cy="73152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66560" y="28346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(Cache)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0" y="3474720"/>
            <a:ext cx="914400" cy="0"/>
          </a:xfrm>
          <a:prstGeom prst="line">
            <a:avLst/>
          </a:prstGeom>
          <a:noFill/>
          <a:ln w="12700">
            <a:solidFill>
              <a:srgbClr val="10B981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2240280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 / STOMP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2103120"/>
            <a:ext cx="2011680" cy="73152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10312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Updates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(WebSocket)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37560" y="4251960"/>
            <a:ext cx="2468880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4251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STOMP Publisher  /topic/status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Schema</a:t>
            </a:r>
            <a:endParaRPr lang="en-US" sz="3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Schema — Key Tables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22960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id (UUID, PK)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27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email (UNIQUE)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7556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password (BCrypt)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1984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full_name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2128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department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441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role (EMPLOYEE|ADMIN)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82296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822960"/>
            <a:ext cx="411480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64608" y="822960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user_statuses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1298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id (UUID, PK)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5270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user_id (FK)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7556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status (enum)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984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status_date (DATE)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2128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office_location_id (FK)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4414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note (optional)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29718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71800"/>
            <a:ext cx="411480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971800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3447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id (UUID, PK)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3675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name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39044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description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11480" y="4133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created_by (FK → users)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97180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971800"/>
            <a:ext cx="41148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2971800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team_members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447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id (UUID, PK)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6758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team_id (FK)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9044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user_id (FK)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41330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role (MEMBER|LEAD)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92040" y="43616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UNIQUE(team_id, user_id)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Reference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Endpoints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4320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(Public)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298448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810512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/api/auth/register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22960"/>
            <a:ext cx="27432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22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(JWT Required)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298448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/api/status/me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91840" y="1719072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810512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/api/status/me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0" y="2231136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10128" y="2322576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/api/status/team/{teamId}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0" y="274320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2834640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/api/status/summary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91840" y="3255264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3346704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/api/status/locations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822960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822960"/>
            <a:ext cx="2743200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822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(JWT Required)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1298448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/api/teams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17920" y="1719072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6208" y="1810512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/api/teams/my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2231136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2322576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  /api/teams/{id}/members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17920" y="274320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2834640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 /api/teams/{id}/members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17920" y="3255264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3346704"/>
            <a:ext cx="2523744" cy="42062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/api/teams/{id}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Values &amp; Response Format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2011680" cy="182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14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IN_OFFICE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9568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from a company office. Requires officeLocationId.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868680"/>
            <a:ext cx="2011680" cy="182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50592" y="914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🏠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42032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42032" y="19568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from home or any remote location.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26864" y="868680"/>
            <a:ext cx="2011680" cy="182880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914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🌴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18304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ON_LEAVE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18304" y="19568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vacation, sick leave, or otherwise unavailable.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03136" y="868680"/>
            <a:ext cx="201168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03136" y="914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🤔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94576" y="1572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UNDECIDED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94576" y="195681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not decided yet. Default state.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8595360" cy="17373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Response  →  POST /api/status/me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310128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"success": true, "data": { "id": "uuid", "user": { "fullName": "Alice Johnson", "department": "Engineering"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"IN_OFFICE", "statusDate": "2025-05-11", "officeLocation": { "name": "HQ - Bengaluru" }, "note": "In for sprint!" } }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WebSocket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— Real-Time Status Push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960120"/>
            <a:ext cx="64008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4048" y="171907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sets status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231136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/api/status/me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94560" y="1965960"/>
            <a:ext cx="2286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23160" y="86868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96012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32888" y="171907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StatusService saves to DB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32888" y="2231136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 upsert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43400" y="1965960"/>
            <a:ext cx="2286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86868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0" y="960120"/>
            <a:ext cx="640080" cy="64008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81728" y="171907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 Publisher broadcasts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81728" y="2231136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/topic/status  →  STOMP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92240" y="1965960"/>
            <a:ext cx="2286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868680"/>
            <a:ext cx="1920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60920" y="96012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960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30568" y="1719072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clients receive update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30568" y="2231136"/>
            <a:ext cx="1700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useStatusWebSocket hook fires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291840"/>
            <a:ext cx="859536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3649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Details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370332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Endpoint: ws://localhost:8080/ws  (SockJS fallback enabled)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395020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Auth: Authorization: Bearer &lt;token&gt;  in STOMP CONNECT headers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197096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Subscribe: /topic/status  — receives all status updates org-wide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" y="4443984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▸ Vite fix: define: { global: "globalThis" }  in vite.config.js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Auth</a:t>
            </a:r>
            <a:endParaRPr 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 Flow &amp; Circular Dependency Fix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Authentication 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502920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3444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POST /api/auth/login with email + password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874520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745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AuthService → AuthenticationManager validates credentials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502920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1460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JwtUtil generates signed HS256 token (24h expiry)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3154680"/>
            <a:ext cx="5029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5468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Frontend stores in localStorage, attaches to every request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794760"/>
            <a:ext cx="502920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9476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JwtAuthFilter validates token on every subsequent request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0" y="804672"/>
            <a:ext cx="3383280" cy="397764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77840" y="896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Circular Dependency Fix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2356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23560" y="1664208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JwtAuthFilter → AuthService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SecurityConfig → JwtAuthFilter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23560" y="2331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263347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UserDetailsServiceImpl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separate @Service that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depends on UserRepository.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there is no cycle.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23560" y="3749040"/>
            <a:ext cx="3154680" cy="594360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3794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spring.main.allow-circular-references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true  (only as last resort)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Issues &amp; Fixes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164592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784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"global is not defined"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3441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Add define: { global: "globalThis" } to vite.config.js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68680"/>
            <a:ext cx="16459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9784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Spring Circular Dependency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10912" y="13441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Extract UserDetailsServiceImpl as separate @Service class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5856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58568"/>
            <a:ext cx="16459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3682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Lombok @Builder fails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30352" y="27340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Enable Annotation Processing in IntelliJ Settings → Compiler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258568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258568"/>
            <a:ext cx="16459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10912" y="236829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Java version mismatch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10912" y="273405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File → Project Structure → set SDK to Java 17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48456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48456"/>
            <a:ext cx="164592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37581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White screen on npm run dev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0352" y="412394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Fix CSS import path in main.jsx → ./index.css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648456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648456"/>
            <a:ext cx="164592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10912" y="375818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Error: ddl-auto: validate fails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10912" y="412394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Run init.sql: psql -U syncup_user -d syncup_db -f init.sql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2801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>
                    <a:alpha val="3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Roadmap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Microservices &amp; Analytics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778240" y="164592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011680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2296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Service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" y="141732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3898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presence charts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210312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0756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heatmaps per branch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" y="278892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trends (Recharts)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" y="347472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34472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TimescaleDB for time-series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50592" y="82296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50592" y="822960"/>
            <a:ext cx="201168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3744" y="82296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Service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615184" y="14173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52928" y="13898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Up in Office suggestions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15184" y="21031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52928" y="20756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 digest emails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15184" y="27889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52928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 team thresholds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615184" y="3474720"/>
            <a:ext cx="164592" cy="1645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52928" y="34472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JavaMailSender integration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26864" y="82296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26864" y="822960"/>
            <a:ext cx="201168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0016" y="82296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Event Bus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91456" y="14173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13898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events between services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91456" y="21031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0756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StatusUpdatedEvent topic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91456" y="27889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consumer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91456" y="347472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0" y="34472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consumer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03136" y="82296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803136" y="822960"/>
            <a:ext cx="201168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76288" y="82296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967728" y="14173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05472" y="13898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Cloud Gateway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67728" y="21031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05472" y="20756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at gateway level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67728" y="27889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05472" y="27614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67728" y="34747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205472" y="3447288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logging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SyncUp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Complete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Backend: localhost:8080   •   Frontend: localhost:5173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4564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Demo: alice@syncup.com  /  Password@123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88720" y="411480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411480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411480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0680" y="411480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0680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4114800"/>
            <a:ext cx="1280160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0" y="41148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SyncUp Architecture</dc:title>
  <dc:subject>PptxGenJS Presentation</dc:subject>
  <dc:creator>PptxGenJS</dc:creator>
  <cp:lastModifiedBy>PptxGenJS</cp:lastModifiedBy>
  <cp:revision>1</cp:revision>
  <dcterms:created xsi:type="dcterms:W3CDTF">2026-05-11T15:45:14Z</dcterms:created>
  <dcterms:modified xsi:type="dcterms:W3CDTF">2026-05-11T15:45:14Z</dcterms:modified>
</cp:coreProperties>
</file>