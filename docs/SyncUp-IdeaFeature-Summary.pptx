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Collaboration for the Hybrid Workplace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Architecture Presentation — Phase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SyncUp  •  Phase 1  •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914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2834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9476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3794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Reference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1440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914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87452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87452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3464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2834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you in today?" Slack pings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team location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plan in-person collaboration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attendance analytics for managers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tools for hybrid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SyncUp Solves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daily status: 4 options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team presence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team creation &amp;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 via WebSocket — no polling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presence analytics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suggestions &amp; upvotes for team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you in today?" Slack pings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team location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plan in-person collaboration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attendance analytics for managers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tools for hybrid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SyncUp Solves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daily status: 4 options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team presence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team creation &amp;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 via WebSocket — no polling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presence analytics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suggestions &amp; upvotes for team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260604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Tailwind 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  •  Java 17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68680"/>
            <a:ext cx="26060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 •  STOMP  •  SockJS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26060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26060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  (5 min TTL)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80360"/>
            <a:ext cx="26060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 •  Spring Security  •  BCrypt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9144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JWT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Backend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SecurityConfig + JwtAuthFilter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130552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305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(Auth/Status/Team)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843784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8437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557016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5570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Repositories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920240"/>
            <a:ext cx="8229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3200400"/>
            <a:ext cx="8229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554480"/>
            <a:ext cx="2011680" cy="7315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834640"/>
            <a:ext cx="20116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(Cache)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3474720"/>
            <a:ext cx="9144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402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/ STOMP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2011680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(WebSocket)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4251960"/>
            <a:ext cx="246888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STOMP Publisher  /topic/status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 — Key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email (UNIQUE)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password (BCrypt)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full_name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department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role (EMPLOYEE|ADMIN)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user_statuses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user_id (FK)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 (enum)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status_date (DATE)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office_location_id (FK)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note (optional)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description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created_by (FK → users)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team_members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team_id (FK)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user_id (FK)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role (MEMBER|LEAD)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361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UNIQUE(team_id, user_id)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 — Key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email (UNIQUE)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password (BCrypt)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full_name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department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role (EMPLOYEE|ADMIN)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user_statuses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user_id (FK)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 (enum)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status_date (DATE)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office_location_id (FK)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note (optional)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description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created_by (FK → users)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team_members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team_id (FK)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user_id (FK)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role (MEMBER|LEAD)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361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UNIQUE(team_id, user_id)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Reference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(Public)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(JWT Required)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/api/status/me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2311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322576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/api/status/team/{teamId}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834640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/api/status/summary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25526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346704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/api/status/locations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82296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(JWT Required)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/api/teams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/api/teams/my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2311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322576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/api/teams/{id}/members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834640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/api/teams/{id}/members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25526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346704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/api/teams/{id}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74320" y="480072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921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(JWT Required)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84048" y="5276208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/api/ideas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84048" y="5696832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/api/ideas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84048" y="6117456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/api/ideas/{id}/upvote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(Public)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(JWT Required)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/api/status/me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2311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322576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/api/status/team/{teamId}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834640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/api/status/summary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25526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346704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/api/status/locations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82296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(JWT Required)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/api/teams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/api/teams/my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2311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322576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/api/teams/{id}/members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834640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/api/teams/{id}/members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25526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346704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/api/teams/{id}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74320" y="480072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921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(JWT Required)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84048" y="5276208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/api/ideas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84048" y="5696832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/api/ideas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84048" y="6117456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/api/ideas/{id}/upvote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Values &amp; Response Format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IN_OFFICE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from a company office. Requires officeLocationId.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from home or any remote location.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868680"/>
            <a:ext cx="2011680" cy="1828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🌴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18304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ON_LEAVE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vacation, sick leave, or otherwise unavailable.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868680"/>
            <a:ext cx="20116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94576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UNDECIDED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94576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not decided yet. Default state.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85953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Response  →  POST /api/status/me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 "data": { "id": "uuid", "user": { "fullName": "Alice Johnson", "department": "Engineering"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"IN_OFFICE", "statusDate": "2025-05-11", "officeLocation": { "name": "HQ - Bengaluru" }, "note": "In for sprint!" } 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— Real-Time Status Push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9601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sets 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/api/status/me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196596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960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3288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StatusService saves to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upsert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196596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96012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8172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Publisher broadcasts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/topic/status  →  STOMP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196596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60920" y="9601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clients receive update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useStatusWebSocket hook fires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85953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Details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Endpoint: ws://localhost:8080/ws  (SockJS fallback enabled)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9502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Auth: Authorization: Bearer &lt;token&gt;  in STOMP CONNECT headers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1970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Subscribe: /topic/status  — receives all status updates org-wide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4439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Vite fix: define: { global: "globalThis" }  in vite.config.js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Flow &amp; Circular Dependency Fix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0292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POST /api/auth/login with email + password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AuthService → AuthenticationManager validates credentials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50292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146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JwtUtil generates signed HS256 token (24h expiry)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546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Frontend stores in localStorage, attaches to every request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50292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94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JwtAuthFilter validates token on every subsequent request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804672"/>
            <a:ext cx="3383280" cy="3977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896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Circular Dependency Fix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16642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JwtAuthFilter → AuthService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SecurityConfig → JwtAuthFilter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6334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UserDetailsServiceImpl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separate @Service that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depends on UserRepository.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there is no cycle.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3749040"/>
            <a:ext cx="315468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spring.main.allow-circular-references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true  (only as last resort)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Issues &amp;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6459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"global is not defined"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344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Add define: { global: "globalThis" } to vite.config.js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16459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Spring Circular Dependency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10912" y="1344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Extract UserDetailsServiceImpl as separate @Service class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58568"/>
            <a:ext cx="16459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Lombok @Builder fails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7340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Enable Annotation Processing in IntelliJ Settings → Compiler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58568"/>
            <a:ext cx="16459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Java version mismatch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27340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File → Project Structure → set SDK to Java 17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4845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48456"/>
            <a:ext cx="16459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White screen on npm run dev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1239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Fix CSS import path in main.jsx → ./index.css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4845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48456"/>
            <a:ext cx="16459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ddl-auto: validate fails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41239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Run init.sql: psql -U syncup_user -d syncup_db -f init.sql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Roadmap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Microservices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4173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presence 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1031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heatmaps per branch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7889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trends (Recharts)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4747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 for time-series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822960"/>
            <a:ext cx="20116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15184" y="14173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Up in Office suggestions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15184" y="21031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digest emails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15184" y="2788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team thresholds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15184" y="34747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JavaMailSender integration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822960"/>
            <a:ext cx="20116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Bus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91456" y="14173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events between 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2103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StatusUpdatedEvent topic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91456" y="2788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consumer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91456" y="3474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consumer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03136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03136" y="822960"/>
            <a:ext cx="20116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67728" y="1417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Gateway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67728" y="2103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at gateway level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67728" y="2788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05472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67728" y="3474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logging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SyncUp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localhost:8080   •   Frontend: localhost:5173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alice@syncup.com  /  Password@123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SyncUp Architecture</dc:title>
  <dc:subject>PptxGenJS Presentation</dc:subject>
  <dc:creator>PptxGenJS</dc:creator>
  <cp:lastModifiedBy>PptxGenJS</cp:lastModifiedBy>
  <cp:revision>1</cp:revision>
  <dcterms:created xsi:type="dcterms:W3CDTF">2026-05-11T15:45:14Z</dcterms:created>
  <dcterms:modified xsi:type="dcterms:W3CDTF">2026-05-11T15:45:14Z</dcterms:modified>
</cp:coreProperties>
</file>